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旧版 PPT 导入测试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0D8E8"/>
                </a:solidFill>
              </a:rPr>
              <a:t>由 pptxgenjs 生成，用于验证导入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核心要点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第一条：文本和图片可以被提取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第二条：版式转换为列表页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第三条：复杂动画自动丢弃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结束页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谢谢观看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2026-09-05T23:40:47Z</dcterms:created>
  <dcterms:modified xsi:type="dcterms:W3CDTF">2026-09-05T23:40:47Z</dcterms:modified>
</cp:coreProperties>
</file>